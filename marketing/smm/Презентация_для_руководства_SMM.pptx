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ini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Arial"/>
              </a:rPr>
              <a:t>SMM-старт для клиники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Ветеринарная клиника Берлога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5E7EB"/>
                </a:solidFill>
                <a:latin typeface="Arial"/>
              </a:rPr>
              <a:t>Контент-план на 2 недели, принципы ведения, оптимальные форматы и готовые шаблоны для работы.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Arial"/>
              </a:rPr>
              <a:t>Москва • 24/7 • t.me/berloga_vet • vk.com/berloga_vet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Зачем клинике системный SMM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356616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1. Формировать доверие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Показывать врачей, подход клиники, оборудование, реальные кейсы и спокойную атмосферу.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97280"/>
            <a:ext cx="356616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2. Объяснять услуги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Делать сложные темы простыми: когда нужно УЗИ, анализы, вакцинация, чек-ап, стоматология.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47472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3. Приводить в запись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Каждый контент-юнит должен мягко вести в сообщения, звонок или запись на прием.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539496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Что важно на старте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Не пытаться делать все сразу. Нам нужен устойчивый ритм, понятные рубрики и база из фото, врачей и отзывов.</a:t>
            </a:r>
          </a:p>
        </p:txBody>
      </p:sp>
      <p:pic>
        <p:nvPicPr>
          <p:cNvPr id="7" name="Picture 6" descr="vet_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337560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Роли площадок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Telegram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Канал доверия и оперативных сообщений.
Подходит для:
- экспертных и сервисных постов
- кейсов и новостей
- прямых переходов в сообщения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1430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VK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Площадка для охвата, отзывов и прогрева.
Подходит для:
- постов и клипов
- опросов, комментариев
- входящих сообщений и акций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14300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Instagram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Визуальная витрина.
Подходит для:
- reels и каруселей
- лиц врачей
- stories и сохранений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Принципы ведения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13232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1.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Стартуем без перегруза: 4 сильных поста и 3 дня stories в неделю достаточно, если делать это регулярно.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713232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2.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Контент строится по модели 70/20/10: 70% польза и доверие, 20% жизнь клиники и команда, 10% продажи и акции.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713232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3.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Один смысл - три адаптации: основа единая, но под Telegram текст длиннее, под VK добавляем опрос/комментарии, под Instagram делаем визуальные карточки и reels.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713232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4.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Пишем простым человеческим языком: без сложной терминологии, без давления, с заботой и ясным CTA.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13232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5.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Каждый пост должен отвечать хотя бы на один вопрос владельца: когда идти к врачу, к кому записаться, как подготовиться, что делать дома.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Оптимальные рубрики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Экспертность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советы врача, разбор симптомов, мифы, чек-листы.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1887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Доверие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врачи, кейсы, отзывы, оборудование, лаборатория, 24/7.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Жизнь клиники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закулисье, смена, атмосфера, пациенты, команда.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6576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Продажи без давления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акции, услуги недели, ответы на частые вопросы, удобная запись.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Оптимальный ритм публикаций</a:t>
            </a:r>
          </a:p>
        </p:txBody>
      </p:sp>
      <p:pic>
        <p:nvPicPr>
          <p:cNvPr id="3" name="Picture 2" descr="ultras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420624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234440"/>
            <a:ext cx="61264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Telegram - 3-4 поста в неделю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Новости, экспертные посты, кейсы, быстрые сервисные сообщения.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61264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VK - 3-4 поста в неделю + stories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Посты, клипы, отзывы, обсуждения, прогрев в сообщения.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61264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Instagram - 3 поста/reels в неделю + stories почти ежедневно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Визуал, лица врачей, короткие ролики, карусели и сохранения.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Главное правило: один смысл перерабатываем под 3 площадки, а не делаем 3 разных контент-плана.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Контент-план: неделя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25.03 • Среда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карусель
Знакомство с клиникой
Цель: Доверие и узнаваемость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26.03 • Четверг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Stories • Instagram stories, VK stories, Telegram короткие заметки
Жизнь клиники за день
Цель: Показать живую работу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27.03 • Пятница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Reels/клип • Instagram reels, VK клип, Telegram видео
3 признака, что питомца пора показать врачу сегодня
Цель: Экспертность и сохранения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28.03 • Суббота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карусель
Знакомство с врачом
Цель: Личное доверие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29.03 • Воскресенье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пост
Отзыв клиента + короткая история пациента
Цель: Социальное доказательство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30.03 • Понедельник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Stories • Instagram stories, VK stories, Telegram заметка
Мини-викторина
Цель: Вовлеченность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31.03 • Вторник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карусель
Услуга недели: УЗИ
Цель: Понятно продать услугу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Контент-план: неделя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01.04 • Среда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карусель
Чек-лист после прогулки с собакой
Цель: Полезность и сохранения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02.04 • Четверг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Stories • Instagram stories, VK stories, Telegram короткий пост
FAQ по вакцинации
Цель: Снять частые возражения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03.04 • Пятница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пост
Как работает лаборатория в клинике
Цель: Показать скорость и оборудование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04.04 • Суббота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Reels/клип • Instagram reels, VK клип, Telegram видео
Мифы о стерилизации или чистке зубов
Цель: Экспертность и охваты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05.04 • Воскресенье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карусель
Кейс пациента
Цель: Доказать компетентность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06.04 • Понедельник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Stories • Instagram stories, VK stories, Telegram заметка
Закулисье команды
Цель: Теплый контакт с аудиторией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72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07.04 • Вторник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Пост • VK пост, Telegram пост, Instagram пост
Приглашение задать вопрос ветеринару
Цель: Комментарии и входящие обращения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Что нужно для стабильной работы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658368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Нужно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10-15 хороших фото клиники, врачей, ресепшена, оборудования и пациентов с разрешением.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47088"/>
            <a:ext cx="10698480" cy="658368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Нужно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Список врачей: имя, специализация, опыт, 2 факта о себе, фото.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96896"/>
            <a:ext cx="10698480" cy="658368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Нужно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3-5 отзывов с разрешением на публикацию.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46703"/>
            <a:ext cx="10698480" cy="658368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Нужно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1-2 актуальные акции или услуги, которые важно продвигать прямо сейчас.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96511"/>
            <a:ext cx="10698480" cy="658368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Нужно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Ответственный человек, который 1 раз в неделю согласует темы и фактуру с врачами.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KPI первых 14 дней и следующий шаг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492240" cy="749808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Метрика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Регулярность: минимум 8 основных единиц контента за 14 дней.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6492240" cy="749808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Метрика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Вовлечение: реакции, комментарии, ответы в сторис, сохранения и пересылки.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6492240" cy="749808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Метрика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Лиды: сообщения в Telegram/VK и запросы на запись после контента.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40"/>
            <a:ext cx="6492240" cy="749808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3A5F"/>
                </a:solidFill>
                <a:latin typeface="Arial"/>
              </a:rPr>
              <a:t>Метрика</a:t>
            </a:r>
          </a:p>
          <a:p>
            <a:pPr/>
            <a:r>
              <a:rPr sz="1150">
                <a:solidFill>
                  <a:srgbClr val="1F2937"/>
                </a:solidFill>
                <a:latin typeface="Arial"/>
              </a:rPr>
              <a:t>Контент-база: к концу 2 недель должны появиться готовые рубрики, шаблоны и фотоархив.</a:t>
            </a:r>
          </a:p>
        </p:txBody>
      </p:sp>
      <p:pic>
        <p:nvPicPr>
          <p:cNvPr id="7" name="Picture 6" descr="dog_happ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749039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46634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1FAE5"/>
                </a:solidFill>
                <a:latin typeface="Arial"/>
              </a:rPr>
              <a:t>Следующий шаг:
утвердить рубрики, собрать фотоархив и снять 1 пакет контента на 2 недели вперед.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